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021AB-2021-42BE-9DEC-4A68DAE3EFB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B9E0D16A-9A05-42F2-AE5B-C3F4F1C88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004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021AB-2021-42BE-9DEC-4A68DAE3EFB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0D16A-9A05-42F2-AE5B-C3F4F1C88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644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021AB-2021-42BE-9DEC-4A68DAE3EFB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B9E0D16A-9A05-42F2-AE5B-C3F4F1C88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85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021AB-2021-42BE-9DEC-4A68DAE3EFB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0D16A-9A05-42F2-AE5B-C3F4F1C88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566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021AB-2021-42BE-9DEC-4A68DAE3EFB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0D16A-9A05-42F2-AE5B-C3F4F1C88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887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021AB-2021-42BE-9DEC-4A68DAE3EFB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0D16A-9A05-42F2-AE5B-C3F4F1C88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639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021AB-2021-42BE-9DEC-4A68DAE3EFB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0D16A-9A05-42F2-AE5B-C3F4F1C88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727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021AB-2021-42BE-9DEC-4A68DAE3EFB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0D16A-9A05-42F2-AE5B-C3F4F1C88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048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021AB-2021-42BE-9DEC-4A68DAE3EFB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0D16A-9A05-42F2-AE5B-C3F4F1C88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189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021AB-2021-42BE-9DEC-4A68DAE3EFB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B9E0D16A-9A05-42F2-AE5B-C3F4F1C88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698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021AB-2021-42BE-9DEC-4A68DAE3EFB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B9E0D16A-9A05-42F2-AE5B-C3F4F1C88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5079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021AB-2021-42BE-9DEC-4A68DAE3EFB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B9E0D16A-9A05-42F2-AE5B-C3F4F1C88EA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806794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021AB-2021-42BE-9DEC-4A68DAE3EFB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B9E0D16A-9A05-42F2-AE5B-C3F4F1C88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6664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021AB-2021-42BE-9DEC-4A68DAE3EFB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0D16A-9A05-42F2-AE5B-C3F4F1C88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9969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021AB-2021-42BE-9DEC-4A68DAE3EFB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0D16A-9A05-42F2-AE5B-C3F4F1C88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082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021AB-2021-42BE-9DEC-4A68DAE3EFB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0D16A-9A05-42F2-AE5B-C3F4F1C88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2437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94E021AB-2021-42BE-9DEC-4A68DAE3EFB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B9E0D16A-9A05-42F2-AE5B-C3F4F1C88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060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E021AB-2021-42BE-9DEC-4A68DAE3EFB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E0D16A-9A05-42F2-AE5B-C3F4F1C88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6784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F5B21-BEBB-E2A6-BE9D-0E23CFB02A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CookShare</a:t>
            </a:r>
            <a:r>
              <a:rPr lang="en-US" dirty="0"/>
              <a:t> – </a:t>
            </a:r>
            <a:r>
              <a:rPr lang="en-US" dirty="0" err="1"/>
              <a:t>Nền</a:t>
            </a:r>
            <a:r>
              <a:rPr lang="en-US" dirty="0"/>
              <a:t> </a:t>
            </a:r>
            <a:r>
              <a:rPr lang="en-US" dirty="0" err="1"/>
              <a:t>tảng</a:t>
            </a:r>
            <a:r>
              <a:rPr lang="en-US" dirty="0"/>
              <a:t> chia </a:t>
            </a:r>
            <a:r>
              <a:rPr lang="en-US" dirty="0" err="1"/>
              <a:t>sẻ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nấu</a:t>
            </a:r>
            <a:r>
              <a:rPr lang="en-US" dirty="0"/>
              <a:t> </a:t>
            </a:r>
            <a:r>
              <a:rPr lang="en-US" dirty="0" err="1"/>
              <a:t>ăn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4FFAF7-322B-DE65-D8F0-EBEEAA106C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455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5807-783F-3A76-8CE9-ACA4FA1A6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Mục lục 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A0161-4593-B0EA-4BFE-02D7CCC72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vi-VN" dirty="0"/>
              <a:t>- Tổng quan  </a:t>
            </a:r>
          </a:p>
          <a:p>
            <a:pPr marL="0" indent="0">
              <a:buNone/>
            </a:pPr>
            <a:r>
              <a:rPr lang="vi-VN" dirty="0"/>
              <a:t>- Kiến trúc &amp; Công nghệ  </a:t>
            </a:r>
          </a:p>
          <a:p>
            <a:pPr marL="0" indent="0">
              <a:buNone/>
            </a:pPr>
            <a:r>
              <a:rPr lang="vi-VN" dirty="0"/>
              <a:t>- Tính năng chính  </a:t>
            </a:r>
          </a:p>
          <a:p>
            <a:pPr marL="0" indent="0">
              <a:buNone/>
            </a:pPr>
            <a:r>
              <a:rPr lang="vi-VN" dirty="0"/>
              <a:t>- Thiết kế CSDL &amp; API  </a:t>
            </a:r>
          </a:p>
          <a:p>
            <a:pPr marL="0" indent="0">
              <a:buNone/>
            </a:pPr>
            <a:r>
              <a:rPr lang="vi-VN" dirty="0"/>
              <a:t>- Demo giao diện  </a:t>
            </a:r>
          </a:p>
          <a:p>
            <a:pPr marL="0" indent="0">
              <a:buNone/>
            </a:pPr>
            <a:r>
              <a:rPr lang="vi-VN" dirty="0"/>
              <a:t>- Kiểm thử &amp; Hiệu năng  </a:t>
            </a:r>
          </a:p>
          <a:p>
            <a:pPr marL="0" indent="0">
              <a:buNone/>
            </a:pPr>
            <a:r>
              <a:rPr lang="vi-VN" dirty="0"/>
              <a:t>- Kết luận &amp; Hướng phát triển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177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9C946-DC41-0932-88A4-55751777F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&amp;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7D381-AB8C-A481-7CF9-AAD0E3BE7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/>
              <a:t>- Nhu cầu: chia sẻ/tìm kiếm công thức, tương tác cộng đồng  </a:t>
            </a:r>
          </a:p>
          <a:p>
            <a:pPr>
              <a:buFontTx/>
              <a:buChar char="-"/>
            </a:pPr>
            <a:r>
              <a:rPr lang="vi-VN" dirty="0"/>
              <a:t>Mục tiêu: CRUD công thức, bình luận lồng nhau, like bình luận, đánh giá, yêu thích, quản trị user/admin, responsive UI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 – CREATE 	: </a:t>
            </a:r>
            <a:r>
              <a:rPr lang="en-US" b="1" dirty="0" err="1"/>
              <a:t>Tạo</a:t>
            </a:r>
            <a:r>
              <a:rPr lang="en-US" b="1" dirty="0"/>
              <a:t> </a:t>
            </a:r>
            <a:r>
              <a:rPr lang="en-US" b="1" dirty="0" err="1"/>
              <a:t>mới</a:t>
            </a:r>
            <a:r>
              <a:rPr lang="en-US" b="1" dirty="0"/>
              <a:t> </a:t>
            </a:r>
            <a:r>
              <a:rPr lang="en-US" b="1" dirty="0" err="1"/>
              <a:t>công</a:t>
            </a:r>
            <a:r>
              <a:rPr lang="en-US" b="1" dirty="0"/>
              <a:t> </a:t>
            </a:r>
            <a:r>
              <a:rPr lang="en-US" b="1" dirty="0" err="1"/>
              <a:t>thức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R - READ 	: </a:t>
            </a:r>
            <a:r>
              <a:rPr lang="en-US" b="1" dirty="0" err="1"/>
              <a:t>Đọc</a:t>
            </a:r>
            <a:r>
              <a:rPr lang="en-US" b="1" dirty="0"/>
              <a:t> </a:t>
            </a:r>
            <a:r>
              <a:rPr lang="en-US" b="1" dirty="0" err="1"/>
              <a:t>nội</a:t>
            </a:r>
            <a:r>
              <a:rPr lang="en-US" b="1" dirty="0"/>
              <a:t> dung </a:t>
            </a:r>
            <a:r>
              <a:rPr lang="en-US" b="1" dirty="0" err="1"/>
              <a:t>công</a:t>
            </a:r>
            <a:r>
              <a:rPr lang="en-US" b="1" dirty="0"/>
              <a:t> </a:t>
            </a:r>
            <a:r>
              <a:rPr lang="en-US" b="1" dirty="0" err="1"/>
              <a:t>thức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U - UPDATE 	: </a:t>
            </a:r>
            <a:r>
              <a:rPr lang="en-US" b="1" dirty="0" err="1"/>
              <a:t>Chỉnh</a:t>
            </a:r>
            <a:r>
              <a:rPr lang="en-US" b="1" dirty="0"/>
              <a:t> </a:t>
            </a:r>
            <a:r>
              <a:rPr lang="en-US" b="1" dirty="0" err="1"/>
              <a:t>sửa</a:t>
            </a:r>
            <a:r>
              <a:rPr lang="en-US" b="1" dirty="0"/>
              <a:t>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cập</a:t>
            </a:r>
            <a:r>
              <a:rPr lang="en-US" b="1" dirty="0"/>
              <a:t> </a:t>
            </a:r>
            <a:r>
              <a:rPr lang="en-US" b="1" dirty="0" err="1"/>
              <a:t>nhập</a:t>
            </a:r>
            <a:r>
              <a:rPr lang="en-US" b="1" dirty="0"/>
              <a:t> </a:t>
            </a:r>
            <a:r>
              <a:rPr lang="en-US" b="1" dirty="0" err="1"/>
              <a:t>công</a:t>
            </a:r>
            <a:r>
              <a:rPr lang="en-US" b="1" dirty="0"/>
              <a:t> </a:t>
            </a:r>
            <a:r>
              <a:rPr lang="en-US" b="1" dirty="0" err="1"/>
              <a:t>thức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D – DELETE 	: </a:t>
            </a:r>
            <a:r>
              <a:rPr lang="en-US" b="1" dirty="0" err="1"/>
              <a:t>Xóa</a:t>
            </a:r>
            <a:r>
              <a:rPr lang="en-US" b="1" dirty="0"/>
              <a:t> </a:t>
            </a:r>
            <a:r>
              <a:rPr lang="en-US" b="1" dirty="0" err="1"/>
              <a:t>công</a:t>
            </a:r>
            <a:r>
              <a:rPr lang="en-US" b="1" dirty="0"/>
              <a:t> </a:t>
            </a:r>
            <a:r>
              <a:rPr lang="en-US" b="1" dirty="0" err="1"/>
              <a:t>thức</a:t>
            </a:r>
            <a:endParaRPr lang="en-US" b="1" dirty="0"/>
          </a:p>
          <a:p>
            <a:pPr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946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F29CA-CB9F-B696-B735-71385543A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8C639-7053-C0FA-2A2D-1F218889F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/>
              <a:t>- 3 tầng: React (frontend) – Express/Node (API) – MySQL (DB); ảnh Cloudinary  </a:t>
            </a:r>
          </a:p>
          <a:p>
            <a:pPr marL="0" indent="0">
              <a:buNone/>
            </a:pPr>
            <a:r>
              <a:rPr lang="vi-VN" dirty="0"/>
              <a:t>- Sơ đồ khối: Client → API Gateway/Express → MySQL + Cloudinary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506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2E7BC-130A-2ECD-5946-4518B69B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Công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DE242-FB63-7E2C-A428-A6E9F9A01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- Frontend: React 19, React Router 6, Axios, CSS Grid/Flex  </a:t>
            </a:r>
          </a:p>
          <a:p>
            <a:pPr marL="0" indent="0">
              <a:buNone/>
            </a:pPr>
            <a:r>
              <a:rPr lang="en-US" dirty="0"/>
              <a:t>- Backend: Node 16+/Express 4, JWT, </a:t>
            </a:r>
            <a:r>
              <a:rPr lang="en-US" dirty="0" err="1"/>
              <a:t>bcrypt</a:t>
            </a:r>
            <a:r>
              <a:rPr lang="en-US" dirty="0"/>
              <a:t>, </a:t>
            </a:r>
            <a:r>
              <a:rPr lang="en-US" dirty="0" err="1"/>
              <a:t>multer</a:t>
            </a:r>
            <a:r>
              <a:rPr lang="en-US" dirty="0"/>
              <a:t>/</a:t>
            </a:r>
            <a:r>
              <a:rPr lang="en-US" dirty="0" err="1"/>
              <a:t>Cloudinary</a:t>
            </a:r>
            <a:r>
              <a:rPr lang="en-US" dirty="0"/>
              <a:t> SDK  </a:t>
            </a:r>
          </a:p>
          <a:p>
            <a:pPr marL="0" indent="0">
              <a:buNone/>
            </a:pPr>
            <a:r>
              <a:rPr lang="en-US" dirty="0"/>
              <a:t>- Database: MySQL 8 (FK, UNIQUE, CHECK)  </a:t>
            </a:r>
          </a:p>
          <a:p>
            <a:pPr marL="0" indent="0">
              <a:buNone/>
            </a:pPr>
            <a:r>
              <a:rPr lang="en-US" dirty="0"/>
              <a:t>- Bảo </a:t>
            </a:r>
            <a:r>
              <a:rPr lang="en-US" dirty="0" err="1"/>
              <a:t>mật</a:t>
            </a:r>
            <a:r>
              <a:rPr lang="en-US" dirty="0"/>
              <a:t>: JWT 7 </a:t>
            </a:r>
            <a:r>
              <a:rPr lang="en-US" dirty="0" err="1"/>
              <a:t>ngày</a:t>
            </a:r>
            <a:r>
              <a:rPr lang="en-US" dirty="0"/>
              <a:t>, </a:t>
            </a:r>
            <a:r>
              <a:rPr lang="en-US" dirty="0" err="1"/>
              <a:t>Bcrypt</a:t>
            </a:r>
            <a:r>
              <a:rPr lang="en-US" dirty="0"/>
              <a:t>, CORS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origin  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: dev localhost:3000/3001</a:t>
            </a:r>
          </a:p>
        </p:txBody>
      </p:sp>
    </p:spTree>
    <p:extLst>
      <p:ext uri="{BB962C8B-B14F-4D97-AF65-F5344CB8AC3E}">
        <p14:creationId xmlns:p14="http://schemas.microsoft.com/office/powerpoint/2010/main" val="3390651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9D940-3585-0436-EE8C-60BF0E652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Tính năng người dùng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0904B-DFA2-C3B5-62B5-1D35F81AC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-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/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(JWT)  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en-US" dirty="0" err="1"/>
              <a:t>Tạo</a:t>
            </a:r>
            <a:r>
              <a:rPr lang="en-US" dirty="0"/>
              <a:t>/</a:t>
            </a:r>
            <a:r>
              <a:rPr lang="en-US" dirty="0" err="1"/>
              <a:t>Sửa</a:t>
            </a:r>
            <a:r>
              <a:rPr lang="en-US" dirty="0"/>
              <a:t>/</a:t>
            </a:r>
            <a:r>
              <a:rPr lang="en-US" dirty="0" err="1"/>
              <a:t>Xóa</a:t>
            </a:r>
            <a:r>
              <a:rPr lang="en-US" dirty="0"/>
              <a:t>/Xem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, upload </a:t>
            </a:r>
            <a:r>
              <a:rPr lang="en-US" dirty="0" err="1"/>
              <a:t>ảnh</a:t>
            </a: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/>
              <a:t>- Bình </a:t>
            </a:r>
            <a:r>
              <a:rPr lang="en-US" dirty="0" err="1"/>
              <a:t>luận</a:t>
            </a:r>
            <a:r>
              <a:rPr lang="en-US" dirty="0"/>
              <a:t> </a:t>
            </a:r>
            <a:r>
              <a:rPr lang="en-US" dirty="0" err="1"/>
              <a:t>lồng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(nested), </a:t>
            </a:r>
            <a:r>
              <a:rPr lang="en-US" dirty="0" err="1"/>
              <a:t>thích</a:t>
            </a:r>
            <a:r>
              <a:rPr lang="en-US" dirty="0"/>
              <a:t> </a:t>
            </a:r>
            <a:r>
              <a:rPr lang="en-US" dirty="0" err="1"/>
              <a:t>bình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(like),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,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/>
              <a:t>- Tìm </a:t>
            </a:r>
            <a:r>
              <a:rPr lang="en-US" dirty="0" err="1"/>
              <a:t>kiếm</a:t>
            </a:r>
            <a:r>
              <a:rPr lang="en-US" dirty="0"/>
              <a:t>,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rating</a:t>
            </a:r>
          </a:p>
        </p:txBody>
      </p:sp>
    </p:spTree>
    <p:extLst>
      <p:ext uri="{BB962C8B-B14F-4D97-AF65-F5344CB8AC3E}">
        <p14:creationId xmlns:p14="http://schemas.microsoft.com/office/powerpoint/2010/main" val="3434194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E8CD3-E6D8-AE0D-F890-5430F4785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admin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E50BA-D750-DBE1-872D-2C7216118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- Quản lý người dùng, đổi role user/admin  </a:t>
            </a:r>
          </a:p>
          <a:p>
            <a:r>
              <a:rPr lang="vi-VN" dirty="0"/>
              <a:t>- Xóa công thức/bình luận vi phạm  </a:t>
            </a:r>
          </a:p>
          <a:p>
            <a:r>
              <a:rPr lang="vi-VN" dirty="0"/>
              <a:t>- (Định hướng) Quản lý báo cáo, strike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768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39DCE-09B7-6C80-537B-113ED47E7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CSDL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30668-28D2-D207-BBC8-A6572ED54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-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: users, recipes, comments (</a:t>
            </a:r>
            <a:r>
              <a:rPr lang="en-US" dirty="0" err="1"/>
              <a:t>parent_comment_id</a:t>
            </a:r>
            <a:r>
              <a:rPr lang="en-US" dirty="0"/>
              <a:t>), ratings, favorites  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sung: </a:t>
            </a:r>
            <a:r>
              <a:rPr lang="en-US" dirty="0" err="1"/>
              <a:t>comment_likes</a:t>
            </a:r>
            <a:r>
              <a:rPr lang="en-US" dirty="0"/>
              <a:t>, notifications, </a:t>
            </a:r>
            <a:r>
              <a:rPr lang="en-US" dirty="0" err="1"/>
              <a:t>step_images</a:t>
            </a: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: FK ON DELETE CASCADE; UNIQUE (</a:t>
            </a:r>
            <a:r>
              <a:rPr lang="en-US" dirty="0" err="1"/>
              <a:t>recipe_id,user_id</a:t>
            </a:r>
            <a:r>
              <a:rPr lang="en-US" dirty="0"/>
              <a:t>) </a:t>
            </a:r>
            <a:r>
              <a:rPr lang="en-US" dirty="0" err="1"/>
              <a:t>cho</a:t>
            </a:r>
            <a:r>
              <a:rPr lang="en-US" dirty="0"/>
              <a:t> ratings/favorites/likes; CHECK rating 1–5</a:t>
            </a:r>
          </a:p>
        </p:txBody>
      </p:sp>
    </p:spTree>
    <p:extLst>
      <p:ext uri="{BB962C8B-B14F-4D97-AF65-F5344CB8AC3E}">
        <p14:creationId xmlns:p14="http://schemas.microsoft.com/office/powerpoint/2010/main" val="1269268661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31</TotalTime>
  <Words>403</Words>
  <Application>Microsoft Office PowerPoint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Trebuchet MS</vt:lpstr>
      <vt:lpstr>Berlin</vt:lpstr>
      <vt:lpstr>CookShare – Nền tảng chia sẻ công thức nấu ăn</vt:lpstr>
      <vt:lpstr>Mục lục  </vt:lpstr>
      <vt:lpstr>Vấn đề &amp; Mục tiêu </vt:lpstr>
      <vt:lpstr>Kiến trúc tổng thể </vt:lpstr>
      <vt:lpstr>Công nghệ chính </vt:lpstr>
      <vt:lpstr>Tính năng người dùng </vt:lpstr>
      <vt:lpstr>Tính năng admin </vt:lpstr>
      <vt:lpstr>Thiết kế CSDL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ThanhDuy</dc:creator>
  <cp:lastModifiedBy>ThanhDuy</cp:lastModifiedBy>
  <cp:revision>1</cp:revision>
  <dcterms:created xsi:type="dcterms:W3CDTF">2025-12-23T00:31:51Z</dcterms:created>
  <dcterms:modified xsi:type="dcterms:W3CDTF">2025-12-23T01:03:21Z</dcterms:modified>
</cp:coreProperties>
</file>